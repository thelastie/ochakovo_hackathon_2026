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9" r:id="rId9"/>
    <p:sldId id="264" r:id="rId10"/>
  </p:sldIdLst>
  <p:sldSz cx="12192000" cy="6858000"/>
  <p:notesSz cx="6858000" cy="9144000"/>
  <p:embeddedFontLst>
    <p:embeddedFont>
      <p:font typeface="Calibri Light" panose="020F0302020204030204" pitchFamily="34" charset="0"/>
      <p:regular r:id="rId11"/>
      <p:italic r:id="rId12"/>
    </p:embeddedFont>
    <p:embeddedFont>
      <p:font typeface="Proxima Nova Bl" panose="02000506030000020004" pitchFamily="2" charset="0"/>
      <p:bold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4679"/>
    <a:srgbClr val="D5003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226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EE83-6541-4A41-823B-F6B5F8AEB90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4F07B-BFD2-498E-A611-022379BF1A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8466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EE83-6541-4A41-823B-F6B5F8AEB90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4F07B-BFD2-498E-A611-022379BF1A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38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EE83-6541-4A41-823B-F6B5F8AEB90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4F07B-BFD2-498E-A611-022379BF1A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731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EE83-6541-4A41-823B-F6B5F8AEB90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4F07B-BFD2-498E-A611-022379BF1A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035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EE83-6541-4A41-823B-F6B5F8AEB90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4F07B-BFD2-498E-A611-022379BF1A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111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EE83-6541-4A41-823B-F6B5F8AEB90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4F07B-BFD2-498E-A611-022379BF1A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79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EE83-6541-4A41-823B-F6B5F8AEB90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4F07B-BFD2-498E-A611-022379BF1A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6861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EE83-6541-4A41-823B-F6B5F8AEB90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4F07B-BFD2-498E-A611-022379BF1A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94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EE83-6541-4A41-823B-F6B5F8AEB90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4F07B-BFD2-498E-A611-022379BF1A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0554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EE83-6541-4A41-823B-F6B5F8AEB90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4F07B-BFD2-498E-A611-022379BF1A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1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8EE83-6541-4A41-823B-F6B5F8AEB90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4F07B-BFD2-498E-A611-022379BF1A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949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8EE83-6541-4A41-823B-F6B5F8AEB905}" type="datetimeFigureOut">
              <a:rPr lang="ru-RU" smtClean="0"/>
              <a:t>24.10.2026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4F07B-BFD2-498E-A611-022379BF1A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462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126" y="1514901"/>
            <a:ext cx="10388488" cy="42327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8215" y="408215"/>
            <a:ext cx="57198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D50032"/>
                </a:solidFill>
                <a:latin typeface="Proxima Nova Bl" panose="02000506030000020004" pitchFamily="2" charset="0"/>
              </a:rPr>
              <a:t>Часть 1. Портрет </a:t>
            </a:r>
            <a:r>
              <a:rPr lang="ru-RU" sz="3200" dirty="0" smtClean="0">
                <a:solidFill>
                  <a:srgbClr val="D50032"/>
                </a:solidFill>
                <a:latin typeface="Proxima Nova Bl" panose="02000506030000020004" pitchFamily="2" charset="0"/>
              </a:rPr>
              <a:t>аудитории</a:t>
            </a:r>
            <a:endParaRPr lang="ru-RU" sz="3200" dirty="0">
              <a:solidFill>
                <a:srgbClr val="D50032"/>
              </a:solidFill>
              <a:latin typeface="Proxima Nova Bl" panose="02000506030000020004" pitchFamily="2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943850" y="1085850"/>
            <a:ext cx="3575957" cy="11674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838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572" y="1450184"/>
            <a:ext cx="8992855" cy="48393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8215" y="408215"/>
            <a:ext cx="10257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D50032"/>
                </a:solidFill>
                <a:latin typeface="Proxima Nova Bl" panose="02000506030000020004" pitchFamily="2" charset="0"/>
              </a:rPr>
              <a:t>Часть </a:t>
            </a:r>
            <a:r>
              <a:rPr lang="ru-RU" sz="3200" dirty="0" smtClean="0">
                <a:solidFill>
                  <a:srgbClr val="D50032"/>
                </a:solidFill>
                <a:latin typeface="Proxima Nova Bl" panose="02000506030000020004" pitchFamily="2" charset="0"/>
              </a:rPr>
              <a:t>2. Главные барьеры и понимание вакансий</a:t>
            </a:r>
            <a:endParaRPr lang="ru-RU" sz="3200" dirty="0">
              <a:solidFill>
                <a:srgbClr val="D50032"/>
              </a:solidFill>
              <a:latin typeface="Proxima Nova Bl" panose="02000506030000020004" pitchFamily="2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796893" y="1115448"/>
            <a:ext cx="3575957" cy="11674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103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097" y="1567543"/>
            <a:ext cx="9393805" cy="4477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8215" y="408215"/>
            <a:ext cx="10257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D50032"/>
                </a:solidFill>
                <a:latin typeface="Proxima Nova Bl" panose="02000506030000020004" pitchFamily="2" charset="0"/>
              </a:rPr>
              <a:t>Часть </a:t>
            </a:r>
            <a:r>
              <a:rPr lang="ru-RU" sz="3200" dirty="0" smtClean="0">
                <a:solidFill>
                  <a:srgbClr val="D50032"/>
                </a:solidFill>
                <a:latin typeface="Proxima Nova Bl" panose="02000506030000020004" pitchFamily="2" charset="0"/>
              </a:rPr>
              <a:t>2. Главные барьеры и понимание вакансий</a:t>
            </a:r>
            <a:endParaRPr lang="ru-RU" sz="3200" dirty="0">
              <a:solidFill>
                <a:srgbClr val="D50032"/>
              </a:solidFill>
              <a:latin typeface="Proxima Nova Bl" panose="02000506030000020004" pitchFamily="2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115300" y="1325577"/>
            <a:ext cx="2816679" cy="919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356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514" y="1398546"/>
            <a:ext cx="10340972" cy="44634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8215" y="408215"/>
            <a:ext cx="40559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D50032"/>
                </a:solidFill>
                <a:latin typeface="Proxima Nova Bl" panose="02000506030000020004" pitchFamily="2" charset="0"/>
              </a:rPr>
              <a:t>Часть 3</a:t>
            </a:r>
            <a:r>
              <a:rPr lang="ru-RU" sz="3200" dirty="0" smtClean="0">
                <a:solidFill>
                  <a:srgbClr val="D50032"/>
                </a:solidFill>
                <a:latin typeface="Proxima Nova Bl" panose="02000506030000020004" pitchFamily="2" charset="0"/>
              </a:rPr>
              <a:t>. Наставник</a:t>
            </a:r>
            <a:endParaRPr lang="ru-RU" sz="3200" dirty="0">
              <a:solidFill>
                <a:srgbClr val="D50032"/>
              </a:solidFill>
              <a:latin typeface="Proxima Nova Bl" panose="02000506030000020004" pitchFamily="2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229372" y="1276591"/>
            <a:ext cx="2972028" cy="919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071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1"/>
          <a:stretch/>
        </p:blipFill>
        <p:spPr>
          <a:xfrm>
            <a:off x="644980" y="1337532"/>
            <a:ext cx="5380264" cy="382905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95" r="2537"/>
          <a:stretch/>
        </p:blipFill>
        <p:spPr>
          <a:xfrm>
            <a:off x="6025244" y="1939251"/>
            <a:ext cx="5413549" cy="3174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8215" y="408215"/>
            <a:ext cx="40559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D50032"/>
                </a:solidFill>
                <a:latin typeface="Proxima Nova Bl" panose="02000506030000020004" pitchFamily="2" charset="0"/>
              </a:rPr>
              <a:t>Часть 3</a:t>
            </a:r>
            <a:r>
              <a:rPr lang="ru-RU" sz="3200" dirty="0" smtClean="0">
                <a:solidFill>
                  <a:srgbClr val="D50032"/>
                </a:solidFill>
                <a:latin typeface="Proxima Nova Bl" panose="02000506030000020004" pitchFamily="2" charset="0"/>
              </a:rPr>
              <a:t>. Наставник</a:t>
            </a:r>
            <a:endParaRPr lang="ru-RU" sz="3200" dirty="0">
              <a:solidFill>
                <a:srgbClr val="D50032"/>
              </a:solidFill>
              <a:latin typeface="Proxima Nova Bl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412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893" y="1401203"/>
            <a:ext cx="10532213" cy="449299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8215" y="408215"/>
            <a:ext cx="45352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D50032"/>
                </a:solidFill>
                <a:latin typeface="Proxima Nova Bl" panose="02000506030000020004" pitchFamily="2" charset="0"/>
              </a:rPr>
              <a:t>Часть </a:t>
            </a:r>
            <a:r>
              <a:rPr lang="ru-RU" sz="3200" dirty="0" smtClean="0">
                <a:solidFill>
                  <a:srgbClr val="D50032"/>
                </a:solidFill>
                <a:latin typeface="Proxima Nova Bl" panose="02000506030000020004" pitchFamily="2" charset="0"/>
              </a:rPr>
              <a:t>4. Видео и игра</a:t>
            </a:r>
            <a:endParaRPr lang="ru-RU" sz="3200" dirty="0">
              <a:solidFill>
                <a:srgbClr val="D50032"/>
              </a:solidFill>
              <a:latin typeface="Proxima Nova Bl" panose="02000506030000020004" pitchFamily="2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327344" y="1170455"/>
            <a:ext cx="2972028" cy="919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8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90" y="1374714"/>
            <a:ext cx="10169620" cy="46995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8215" y="408215"/>
            <a:ext cx="45352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D50032"/>
                </a:solidFill>
                <a:latin typeface="Proxima Nova Bl" panose="02000506030000020004" pitchFamily="2" charset="0"/>
              </a:rPr>
              <a:t>Часть </a:t>
            </a:r>
            <a:r>
              <a:rPr lang="ru-RU" sz="3200" dirty="0" smtClean="0">
                <a:solidFill>
                  <a:srgbClr val="D50032"/>
                </a:solidFill>
                <a:latin typeface="Proxima Nova Bl" panose="02000506030000020004" pitchFamily="2" charset="0"/>
              </a:rPr>
              <a:t>4. Видео и игра</a:t>
            </a:r>
            <a:endParaRPr lang="ru-RU" sz="3200" dirty="0">
              <a:solidFill>
                <a:srgbClr val="D50032"/>
              </a:solidFill>
              <a:latin typeface="Proxima Nova Bl" panose="02000506030000020004" pitchFamily="2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8208782" y="1243933"/>
            <a:ext cx="2972028" cy="919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375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80" y="1575707"/>
            <a:ext cx="10013840" cy="433754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8208782" y="1243933"/>
            <a:ext cx="2972028" cy="919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408215" y="408215"/>
            <a:ext cx="45352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D50032"/>
                </a:solidFill>
                <a:latin typeface="Proxima Nova Bl" panose="02000506030000020004" pitchFamily="2" charset="0"/>
              </a:rPr>
              <a:t>Часть </a:t>
            </a:r>
            <a:r>
              <a:rPr lang="ru-RU" sz="3200" dirty="0" smtClean="0">
                <a:solidFill>
                  <a:srgbClr val="D50032"/>
                </a:solidFill>
                <a:latin typeface="Proxima Nova Bl" panose="02000506030000020004" pitchFamily="2" charset="0"/>
              </a:rPr>
              <a:t>4. Видео и игра</a:t>
            </a:r>
            <a:endParaRPr lang="ru-RU" sz="3200" dirty="0">
              <a:solidFill>
                <a:srgbClr val="D50032"/>
              </a:solidFill>
              <a:latin typeface="Proxima Nova Bl" panose="0200050603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29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151" y="1312051"/>
            <a:ext cx="8935697" cy="51156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8215" y="408215"/>
            <a:ext cx="4842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>
                <a:solidFill>
                  <a:srgbClr val="D50032"/>
                </a:solidFill>
                <a:latin typeface="Proxima Nova Bl" panose="02000506030000020004" pitchFamily="2" charset="0"/>
              </a:rPr>
              <a:t>Часть 5</a:t>
            </a:r>
            <a:r>
              <a:rPr lang="ru-RU" sz="3200" dirty="0" smtClean="0">
                <a:solidFill>
                  <a:srgbClr val="D50032"/>
                </a:solidFill>
                <a:latin typeface="Proxima Nova Bl" panose="02000506030000020004" pitchFamily="2" charset="0"/>
              </a:rPr>
              <a:t>. Общая оценка</a:t>
            </a:r>
            <a:endParaRPr lang="ru-RU" sz="3200" dirty="0">
              <a:solidFill>
                <a:srgbClr val="D50032"/>
              </a:solidFill>
              <a:latin typeface="Proxima Nova Bl" panose="02000506030000020004" pitchFamily="2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7816896" y="1186783"/>
            <a:ext cx="2972028" cy="9196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957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52</Words>
  <Application>Microsoft Office PowerPoint</Application>
  <PresentationFormat>Широкоэкранный</PresentationFormat>
  <Paragraphs>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Calibri Light</vt:lpstr>
      <vt:lpstr>Arial</vt:lpstr>
      <vt:lpstr>Proxima Nova Bl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Учетная запись Майкрософт</cp:lastModifiedBy>
  <cp:revision>4</cp:revision>
  <dcterms:created xsi:type="dcterms:W3CDTF">2026-10-24T08:41:25Z</dcterms:created>
  <dcterms:modified xsi:type="dcterms:W3CDTF">2026-10-24T08:50:10Z</dcterms:modified>
</cp:coreProperties>
</file>